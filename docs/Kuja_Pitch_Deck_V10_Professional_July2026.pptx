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NAIROBI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products. Three live tenants. Built for the Global South.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·  July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has been rebuilt in real time.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define the next decade of locally-led funding.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4864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in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annual decline ever recorded. Germany overtook the US as the #1 donor.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38218" y="4754880"/>
            <a:ext cx="54864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5,341 contracts cancelled · $75.9B in program value · USAID closed July 2025.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8036357" y="4754880"/>
            <a:ext cx="54864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~$68B in 2024. Bilateral cuts of 33–56% across UK, Sweden, Canada.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Apr 2026 · Donor Tracker · Reuters · House of Commons Library CBP-10243 · CBC News.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has failed.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pledges. The numbers have not moved.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272888" cy="283464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 &amp; national actors. Signed by 60+ donors in 2016.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108960"/>
            <a:ext cx="5272888" cy="283464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664448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direct funding in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448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roughly one-third from 2023 as international actors deprioritized localization.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LNAs (2025); ALNAP GHA Report 2025.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92748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Four integrated products. Shared customer record, shared Trust Profile, shared AI memory, shared audit chain.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 on it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integrated products on one codebase.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one. Adopt all. The data model is shared either way.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ecosystem connectivity. NGOs publish their Trust Passport; donors discover with AI-grounded recommendations.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NGOs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6064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6064" y="3429000"/>
            <a:ext cx="457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6064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06064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lifecycle. AI-grounded scoring, six-language reporting, hash-anchored audit trail. 35+ AI surfaces in production.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06064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6064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by org type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048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048" y="3429000"/>
            <a:ext cx="457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048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048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mid-size NGOs. Eleven modules replacing 6–10 SaaS tools. Adeso runs on it today.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048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048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+ sponsored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38031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38031" y="3429000"/>
            <a:ext cx="457200" cy="3657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8031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938031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finance backbone. Standalone product with opt-in real-time donor visibility via Grant integration.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38031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38031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Donor-sponsored primary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790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1  ·  KUJA GRANT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evaluated. Every step grounded with citations.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criteria, eligibility — wizard-driven.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AI co-author drafting from their own profile.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 score per criterion with evidence citations.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agreement; per-requirement structured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4967935" cy="32918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38328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4419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6949440" y="493776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539496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32120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 ·  Photo-as-evidence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5733288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934456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6135624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prod regression  ·  19/19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TRUST SPECTRUM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The full trust spectrum.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tenants on the same codebase — the flavor changes how trust is established, never the engine.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454298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MARKETPLACE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DOCUMENT-BASED TRUST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NGO registers. Trust Profile, AI rubric scoring and automated compliance screening do the vetting — the open front door.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flagship: 35+ AI surfaces, six languages.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8698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8698" y="3017520"/>
            <a:ext cx="3454298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7298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NETWORK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7298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 ·  FORMAL VETTING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97298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vetted at the gate: capacity assessment, registration checks, multi-sig emergency declarations, pooled funds and windows.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97298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network funding for member NGOs.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7317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7317" y="3017520"/>
            <a:ext cx="345429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5917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5917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 ·  RELATIONAL VALIDATION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5917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live July 2026. Community endorsers vouch where no registry exists. Zero-login Arabic voice reporting, hawala + mobile money, SOPs enforced as software.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5917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paperwork-first systems cannot operate.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10911535" cy="6858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DONOR-COMPLIANCE LOOP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5650992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signed donor agreement → AI extracts obligations → restrictions enforced at disbursement → reports scored per requirement → one-click donor pack. Adeso complies with its own institutional funders on the engine it sells.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 ·  KUJA ELEVATE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mid-size NGOs.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module families. One platform. Replaces 6–10 stitched SaaS tools.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ClearPoint, Workboard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8218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86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9386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Asana, Monday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36357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6357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7525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37525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Salesforce NPC, HubSpot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(CLM)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DocuSign CLM, Ironclad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38218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386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Policies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39386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ConvergePoint, PowerDMS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36357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7525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37525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BoardEffect, Diligent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Foundant, Submittable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38218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38218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39386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39386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PowerBI / custom dashboards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36357" y="4809744"/>
            <a:ext cx="3515258" cy="713232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36357" y="4809744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7525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37525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Not in incumbent stacks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87044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on it today.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reported. Every contract signed. Every board pack generated. Every policy versioned.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ELEVATE WINS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stitched stack costs three times as much.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none of it talks to each other.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943600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THE STITCHED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$184K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60120" y="4754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512064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2578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NPC + LinkSquares + BoardEffect + ClearPoint + Onspring + Asana ($129K subscription + $55K implementation). Zero integration. No AI. Six logins.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4693615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154680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STANDARD TIER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3474720"/>
            <a:ext cx="41449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$30K–$60K</a:t>
            </a:r>
            <a:endParaRPr lang="en-US" sz="7000" dirty="0"/>
          </a:p>
        </p:txBody>
      </p:sp>
      <p:sp>
        <p:nvSpPr>
          <p:cNvPr id="17" name="Text 15"/>
          <p:cNvSpPr/>
          <p:nvPr/>
        </p:nvSpPr>
        <p:spPr>
          <a:xfrm>
            <a:off x="7178040" y="475488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NGO per year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512064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5257800"/>
            <a:ext cx="414497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AI integrated across every module. Single login. Six-language parity. Adeso runs on it today.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One-third to one-quarter the TCO. </a:t>
            </a:r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AI included. Plus integration. Plus Adeso reference.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21792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Bind 2026 · Vendr Marketplace · imBoard · SaaSWorthy · SmartSuite · G2 · Salesforce / Zeffy. Stitched-stack profile: $10–25M revenue, 100 staff, 15 board.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 ·  KUJA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backbone. Integrated upgrade.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NGO each choose. Both paths are AI-driven. ERP makes the financial data real-time.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84568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 (integrated)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 submissions, per criterion,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84568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4568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4568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4568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cross-tenant view of the grant-scoped spend across their funded grantees.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pillars. One tamper-evident chain.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question: how do I know? The answer is a URL.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pre-mapped. AI-confidence score on the verification.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3821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live, UN/OFAC/EU fallback. Re-screened on cadence.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6357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3635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Per-finding source citations.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 Country-specific where the rail exists.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218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of Interest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38218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 OB recusal flow.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6357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36357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6357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Assessment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6357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tamper-evident Trust Passport.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— every row after breaks.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universal. Impact is not. The window is open.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use AI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9658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429658" y="489204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9658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major organizational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9237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8219237" y="4892040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yet using AI to screen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bolting AI onto rigid data models. Kuja was built AI-native from day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· Candid 2024 · Plinth 2025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gap meets a 150,000-NGO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shock is the demand signal.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 990 filers (Candid)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897K active CSOs in Brazil (IPEA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187K NGOs on Darpan India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band ($1–50M revenue): ~150K–300K globally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017520"/>
            <a:ext cx="3454298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018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643018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48920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3018" y="51206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(Africa, MENA, Asia-Pacific, LatAm)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3018" y="53492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maturity (stitched-stack pain)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018" y="55778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OR donor sponsorship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7317" y="301752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 (SAM × ACV)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$400M–$2.6B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1637" y="44805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ceiling for Elevate alone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1637" y="480060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49377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2030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1637" y="52120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71637" y="5715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needed: &lt;0.5%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 in module 4 auto-updates the obligation tracker in module 5, surfaces in module 9, rolls into module 10. Stitched stack does none of this without paid integrations.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summarization, drafting, evaluation. Incumbents (Submittable, Salesforce Einstein, Bonterra) layer AI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Donor-compliance regimes encoded. Mobile-first.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user guide is something we operate — not a roadmap. The company building the platform depends on the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96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commercial offering that sells the SaaS plus the deployment-and-adoption service as one motion. Buyers don't coordinate six vendors plus a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motions. Three buyers. Three pricing tiers.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mid-size NGO sales is primary. Donor-sponsored cohorts are secondary. Networks are tertiary.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3515258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NGO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 ($5M–$25M)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Platform Standard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$30K–$60K / yr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38218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926080"/>
            <a:ext cx="351525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2538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2538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2538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Donor-sponsored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12538" y="411480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2538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2538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funding grantee cohort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2538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12538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Cohort Bundle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2538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2538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$50K–$80K / grantee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2538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2538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 with foundation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36357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6357" y="2926080"/>
            <a:ext cx="3515258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10677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10677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Networks + INGOs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310677" y="4114800"/>
            <a:ext cx="45720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10677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10677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secretariat or INGO HQ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10677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10677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+ Custom Advisory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10677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10677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 Year 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10677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10677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direct mid-size NGO is the highest-margin customer.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pays everything. CAC is sales + customer success. 3-year LTV mid-point: $300K. LTV/CAC ≥ 4:1.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$130K–$210K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Full Transformation Advisory (one-time)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1752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$40K–$80K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optional Kuja Grant 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1752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$45K–$90K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10677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10677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Grant + optional ERP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LTV: $215K–$380K  ·  Mid: $300K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≥ 4:1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pays everything; only acquisition cost is sales + CS.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Conservative: $7M by 2029. Profitable from H2 2028.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Direct-NGO sales as primary motion. Donor cohorts and networks as compounding layers.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46425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8065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685032"/>
            <a:ext cx="696378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8018" y="3639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306824"/>
            <a:ext cx="197307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4710" y="4261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928616"/>
            <a:ext cx="4062204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53844" y="4882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550408"/>
            <a:ext cx="7253935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5575" y="5504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9935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39935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39935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935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$7M ARR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9935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39935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&gt;$12M ARR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scenario: $2.4M in 2027, $12M+ in 2029, with $1.5M growth capital injected H2 2026.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we ship at a pace incumbents cannot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029200" cy="34747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067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Adeso's own 9-month operational transformation became Kuja Elevate. We are not selling theory.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7600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93008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for the Networks 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24528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59936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parity. Seven country registries pre-mapped. Mobile-first.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26864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 — not bolted on. Competitors would rewrite their data model to match.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5358384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193792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92531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76072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the combination.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 verified absent across seven leading grant management systems — Submittable, Foundant (now incl. SmartSimple), Fluxx, Salesforce Grantmaking, Blackbaud, GivingData. Detail in the Kuja Grant Market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6369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8347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(+SmartS.)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93001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0765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2308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36962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governance + multi-sig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369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8347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3001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765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2308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36962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127248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172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369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78347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3001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765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2308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36962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511296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5570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369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78347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93001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0765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322308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36962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3895344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39410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accessibility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6369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8347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93001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0765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322308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436962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4279392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325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6369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978347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093001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0765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322308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436962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663440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6369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978347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93001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0765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322308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436962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40080" y="5047488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5093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registry verification (7 countries)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86369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978347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093001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20765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9322308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10436962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54772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donor visibility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86369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5978347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093001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0765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9322308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0436962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400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C59"/>
                </a:solidFill>
              </a:rPr>
              <a:t>●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6868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5544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◐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1783080" y="59801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24612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4BE"/>
                </a:solidFill>
              </a:rPr>
              <a:t>○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347472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297680" y="5980176"/>
            <a:ext cx="72539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2026. Acknowledged precedents: Glific, Turn.io (WhatsApp middleware); Kobo + CLEAR Global (voice); CommCare (mobile). None do grant lifecycle.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V10  ·  Confidential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architecture. Then a 6-week tenant pilot.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($25K–$50K). Expand to Elevate and ERP.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73152" cy="685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mid-size NGO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purchase of Elevate Platform Standard. $30K–$60K/yr replaces six tools.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growth-stage funder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Profitable from 2029 on $7M ARR (Conservative).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65215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Locally-led funding, at network speed</dc:title>
  <dc:subject>Professional Pitch Deck V10 — July 2026</dc:subject>
  <dc:creator>PptxGenJS</dc:creator>
  <cp:lastModifiedBy>PptxGenJS</cp:lastModifiedBy>
  <cp:revision>1</cp:revision>
  <dcterms:created xsi:type="dcterms:W3CDTF">2026-07-06T01:46:20Z</dcterms:created>
  <dcterms:modified xsi:type="dcterms:W3CDTF">2026-07-06T01:46:20Z</dcterms:modified>
</cp:coreProperties>
</file>