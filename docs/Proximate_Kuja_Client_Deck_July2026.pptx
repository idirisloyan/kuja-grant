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KUJA GRANT  ·  CLIENT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Proximate Fund.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SOPs as software, in an active conflict.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8778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community fund for Sudan — where registries have collapsed, banks have evacuated, and paperwork excludes exactly the people doing the work — runs its full standard operating procedures on Kuja Grant. Live at proximate.kuja.org.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fund built on relationships, operating where institutions cannot.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Proximate Fund moves money to mutual-aid and community groups inside Sudan — Adeso-operated, donor-funded, community-validated.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017520"/>
            <a:ext cx="92656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partners: mutual-aid groups, emergency response rooms, local associations — most with no formal registration to show.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794760"/>
            <a:ext cx="92656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in active conflict. Collapsed civil registry, evacuated banks, intermittent connectivity, Arabic as the working language.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92656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validation: trusted community endorsers vouch for partners; the platform runs screening, reputation weighting, and conflict-of-interest checks underneath.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5349240"/>
            <a:ext cx="92656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brokers and mobile money as first-class disbursement rails — because that is how money actually moves.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SOPs were rigorous. The tooling was paper.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Proximate’s standard operating procedures demand MORE control than most institutional funds — enforced by hand, across spreadsheets, chat threads and memory.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63240"/>
            <a:ext cx="3362858" cy="128016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72968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interviews captured in notebooks; conflict-of-interest checks dependent on who remembered whom.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3362858" cy="128016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36008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Multi-signature approval thresholds tracked by asking around.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7258" y="3063240"/>
            <a:ext cx="3362858" cy="128016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0138" y="3172968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 as an occasional manual lookup, not a guarantee at every entry path.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7258" y="4526280"/>
            <a:ext cx="3362858" cy="128016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0138" y="4636008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reports arriving as scattered WhatsApp voice notes with no chain of custody.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14437" y="3063240"/>
            <a:ext cx="3362858" cy="128016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7317" y="3172968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reporting assembled by hand in two languages over days.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14437" y="4526280"/>
            <a:ext cx="3362858" cy="128016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7317" y="4636008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tamper-evident record of who decided what, when — in a context where that record protects everyone.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ask: keep every safeguard the SOPs demand — and remove every barrier they accidentally impose.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AS SOFTWARE  ·  1 OF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core step, automated — selection to disbursement.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STEP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PAPER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0" y="2148840"/>
            <a:ext cx="4282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KUJA GRANT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10911535" cy="749808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14600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selection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debates where to respond next; evidence scattered across reports.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0" y="2514600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Selector: monitored signals + manually logged observations, scored and ranked; a round starts from the signal itself.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264408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nomination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264408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arrive by phone and hearsay; no consistent intake.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0" y="3264408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nomination page + hybrid self-nomination; sanctions screening fires automatically at every entry path.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11535" cy="749808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14216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endorsement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014216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in notebooks; COI by memory.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0" y="4014216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endorsement wizard — voice answers in Arabic, transcribed; automatic conflict-of-interest checks; endorser reputation weighting; light-KYC queue for new endorsers.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4764024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764024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lookups when someone thought of it.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0" y="4764024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sanctions + exclusion-list screening (incl. leadership), adverse-media checks, AI-assisted web verification, hawala-broker vetting — recorded per partner.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477256"/>
            <a:ext cx="10911535" cy="749808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513832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selection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5513832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meeting, a show of hands, no record.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0" y="5513832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Token-link panel voting: each panelist votes independently from any phone; one-shot links; results and turnout on the round record.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AS SOFTWARE  ·  2 OF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core step, automated — money to donor report.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STEP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PAPER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0" y="2148840"/>
            <a:ext cx="4282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KUJA GRANT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10911535" cy="749808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14600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ladder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thresholds enforced by asking around.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0" y="2514600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Multi-signature co-sign ladder scales with amount automatically; a disbursement cannot move without the required signatures — the system refuses, not a person.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264408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264408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and mobile-money transfers tracked in spreadsheets.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0" y="3264408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FSP registry with hawala + mobile money as first-class rails, verified partner payment methods, Plan-B fallback, geography restrictions enforced per grant.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11535" cy="749808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14216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reporting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014216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voice notes, no structure, no custody.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0" y="4014216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Zero-login token links: voice answers transcribed, photos as structured evidence, five simple questions — the burden sits on the system, not the partner.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4764024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764024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when capacity allowed.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0" y="4764024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attestations on a clock, with automatic pause when a report is flagged — and resume on verification.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477256"/>
            <a:ext cx="10911535" cy="749808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513832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reporting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5513832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manual assembly, in two languages.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0" y="5513832"/>
            <a:ext cx="428213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compiles the donor report package in English AND Arabic from partner evidence; operator reviews with a per-item safeguarding gate; branded PDF with properly shaped Arabic text.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OVERSIGHT LAYER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that runs itself.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trail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13432"/>
            <a:ext cx="509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— endorsement, signature, disbursement, redaction — appended to a tamper-evident chain, exportable for any donor or auditor.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87288" y="201168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register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87288" y="2313432"/>
            <a:ext cx="509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 and concerns logged with response-window timers, mirroring the SOP clause for clause.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channel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685032"/>
            <a:ext cx="509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no-login channel with a 72-hour triage SLA — the community can always reach the fund.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338328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87288" y="3685032"/>
            <a:ext cx="509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third-party verifier role sees what it needs and nothing more; deny-by-default access on every surface.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056632"/>
            <a:ext cx="509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action is blocked, the system explains WHY and what unblocks it — governance made legible to the people governed by it.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87288" y="4754880"/>
            <a:ext cx="509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page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7288" y="5056632"/>
            <a:ext cx="50900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account of how the fund works, in the fund’s own languages.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AND ACCESS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Arabic-first. Zero-login. Any phone.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this fund serves should never need an account, a laptop, or English.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by default, right-to-left throughout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users land in Arabic; the full console and every public page render RTL — not a translation bolted on, a first-class locale among six.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6758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675888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links over WhatsApp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Endorsing, reporting, voting, grievances — all through no-login links that work on any phone. The token IS the credential.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33425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4334256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 a first-class answer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answer reporting questions by voice note; the platform transcribes Arabic (and Somali, Swahili) automatically.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9926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4992624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as evidence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a delivery, a receipt, a completed repair — captured on a phone, structured by AI into the record.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6509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5650992"/>
            <a:ext cx="10591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 by design — </a:t>
            </a:r>
            <a:pPr indent="0" marL="0">
              <a:buNone/>
            </a:pPr>
            <a:r>
              <a:rPr lang="en-US" sz="12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Static-first frontend, offline outbox, graceful degradation — built for intermittent connectivity, tested at 2G speeds.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 SIDE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Upstream compliance on the same engine.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is funded by institutional donors — and manages its obligations to them on the platform it runs.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9079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862267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donor agreement PDF goes in.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22387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22387" y="3657600"/>
            <a:ext cx="19079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22387" y="4023360"/>
            <a:ext cx="1862267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obligations: reporting cadence, restrictions, deliverables — into structured requirements.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04694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04694" y="3657600"/>
            <a:ext cx="19079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04694" y="4023360"/>
            <a:ext cx="1862267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 apply at disbursement time; geography and purpose rules bind automatically.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87001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87001" y="3657600"/>
            <a:ext cx="19079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87001" y="4023360"/>
            <a:ext cx="1862267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graded per requirement, so compliance is visible continuously — not at year end.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69308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369308" y="3657600"/>
            <a:ext cx="19079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69308" y="4023360"/>
            <a:ext cx="1862267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assembles the donor pack: narrative, evidence, financials, audit extract.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577840"/>
            <a:ext cx="10911535" cy="64008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32704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see a live portfolio dashboard — rounds they fund, outcome rollups, published report packages — scoped to exactly what they fund and nothing else.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41148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Live, verified, and entering pilot.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834640" y="2450592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proximate.kuja.org — dedicated domain, Arabic-first, in production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34640" y="3410712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funding round ingested and operating in-system: partners, media verification, panel roster, evidence files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4370832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chain verified intact; independent QA validation of every shipped claim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34640" y="5330952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pilot underway July 2026 — donor reporting pipeline, panel voting and phone-first reporting all exercised end-to-end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×  PROXIMATE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6400800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Client case study  ·  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Global South,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Global South.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test a grant system can face is a place where every assumption fails: no registry, no banks, no stable connectivity, no shared language with the funder. Proximate is Kuja Grant passing that test in production. Every barrier the system removes here — paperwork, language, logins, bank accounts — is a barrier the Global South faces everywhere. This is the mission, running.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Adeso  · 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Proximate Fund on Kuja Grant — SOPs as software</dc:title>
  <dc:subject>Client case study — July 2026</dc:subject>
  <dc:creator>PptxGenJS</dc:creator>
  <cp:lastModifiedBy>PptxGenJS</cp:lastModifiedBy>
  <cp:revision>1</cp:revision>
  <dcterms:created xsi:type="dcterms:W3CDTF">2026-07-21T03:16:48Z</dcterms:created>
  <dcterms:modified xsi:type="dcterms:W3CDTF">2026-07-21T03:16:48Z</dcterms:modified>
</cp:coreProperties>
</file>