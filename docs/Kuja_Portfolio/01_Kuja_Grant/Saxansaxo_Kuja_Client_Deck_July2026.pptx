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KUJA GRANT  ·  CLIENT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Saxansaxo.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the paperwork. Never the relationship.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896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survivor and community-led response (SCLR) micro-grant program in Somalia runs its eight-step cycle on Kuja Grant — where communities write their own proposals in Somali, money arrives inside a visible 10-day promise, and the system records the story of every decision without ever policing the community.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Micro-grants to communities that are already acting.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funds self-organizing groups in Somalia — around USD 5,000 each — under SCLR: the community leads, the funder gets out of the 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01752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Already-active community groups — women’s cooperatives, youth associations, village committees — selected for what they are ALREADY doing with their own resources.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79476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including nomadic and hardest-to-reach districts. Somali as the working language; any phone as the device.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57200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SCLR: heavy oversight destroys local ownership. Post-disbursement misuse is treated as a learning loss, not a compliance case. The methodology forbids receipts-policing — by design.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5349240"/>
            <a:ext cx="89912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selection to money in hand. The promise is ten. Everything else is secondary.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grant systems cannot be configured DOWN.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Co-signatures, receipt uploads, approval chains — in incumbent systems these are structural. SCLR needed them gone, without losing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SCLR FORBIDS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Receipt verification and spend policing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41648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Co-signature ladders on community money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0016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Outcome attestation gates and penalty flows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58384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Forms that require literacy in English — or a 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5546" y="301752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ADESO STILL OWES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5546" y="3383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sanctions screen on whoever receives the money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5546" y="4041648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record of who was paid, when, and on whose decision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5546" y="4700016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defensible account when an office-holder pressures selection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5546" y="5358384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 accountability for the envelope as a whole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1013" y="301752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ANSWER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51013" y="3383280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Record the story of decisions — never police the community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1013" y="4041648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Legal duties run invisibly; they never delay the clock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1013" y="4700016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 lives in workflow gates, not in suspicion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1013" y="5358384"/>
            <a:ext cx="3362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Ten days, visible to everyone, as the discipline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STEPS, AUTOMATED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SCLR cycle, as it runs today.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965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1965960"/>
            <a:ext cx="46478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KUJA GRANT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258568"/>
            <a:ext cx="10911535" cy="493776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Permission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agreement, verbal.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2286000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at intake — a group cannot enter the system without its gatekeeper’s name, role, and date on file.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7797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Inquiry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7797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2779776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inquiry with a 90-day own-resources activity score — the low-commitment filter, captured once.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10911535" cy="493776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735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Proposal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2735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wrote it up for the group.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3273552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writes its OWN proposal in Somali — a no-login link shared over WhatsApp, working on any phone. Ownership stays where it belongs.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7673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Vetting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37673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discussion, no durable record.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3767328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Criteria-scored, dated decision record — selected, not selected, or deferred. The shield when anyone asks why.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233672"/>
            <a:ext cx="10911535" cy="493776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6110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Selection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0" y="42611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by phone.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4261104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issued against a fund envelope that cannot overspend; the visible 10-day clock starts immediately.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7548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Disbursement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47548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a notebook.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4754880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stops the clock, freezes the actual days, records the signatory — the sanctions screen has already run, silently.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5221224"/>
            <a:ext cx="10911535" cy="493776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486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52486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chased summaries.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5248656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reports in its own words through its report link — no receipts, four simple questions, co-contribution counted, never mandated.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57424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Learning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17520" y="57424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5742432"/>
            <a:ext cx="46478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outcome: delivered, partial, or learning loss — plus the lesson. Non-punitive by construction.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4206240" y="1737360"/>
            <a:ext cx="72539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 from selection to money in hand.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06240" y="2834640"/>
            <a:ext cx="72539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ops dashboard leads with the clock: every undisbursed grant shows “day N of 10,” sorted by urgency, amber at day eight, red past ten. Averages and breaches are permanent, public-to-the-team numbers. Speed is not a nice-to-have in SCLR — it is the credibility of the entire promise, so the system makes it the thing everyone sees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11535" cy="18288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74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politics intrude: the political-interference pause register freezes intake for a captured locality — a principled withdrawal, on the permanent record, with the reason. Useful history when the office-holder changes.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ACCESS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Somali-first. No logins. Any phone.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community-facing surfaces speak Somali first, English second — guaranteed, whatever device or link brought you there.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5090008" cy="132588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45720" cy="132588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7296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6785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in Somali — what problem, what plan, who benefits, how the money will be used. Big type, one column, works on the cheapest phone in the market.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3063240"/>
            <a:ext cx="5090008" cy="132588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7288" y="3063240"/>
            <a:ext cx="45720" cy="132588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317296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page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5888" y="3474720"/>
            <a:ext cx="46785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after the grant — what you did, who it helped, what you learned, what the community added itself. In their words, no receipts.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090008" cy="132588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72000"/>
            <a:ext cx="45720" cy="132588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8172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with thanks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6785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“Waad mahadsan tihiin” — submission ends in gratitude, not bureaucracy. Tone is a design requirement, not a nicety.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7288" y="4572000"/>
            <a:ext cx="5090008" cy="132588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4572000"/>
            <a:ext cx="45720" cy="132588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468172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for 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15888" y="4983480"/>
            <a:ext cx="46785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Saxansaxo team gets a focused console — pipeline, clock, envelopes, pauses — gated to named team members only; platform admins hold no skeleton key.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FLOOR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for the community. Solid for the institution.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burden ever reaches the group — but Adeso’s legal and fiduciary floor is never breached.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receiving signatory is screened automatically at grant time. It records — clear, review, or unavailable — and never delays the clock.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758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ceilings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cannot commit beyond its total. The Resilio envelope is arithmetic, not trust.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334256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gates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 without a “selected” vetting decision. No group without recorded permission. No second disbursement of the same grant. The system refuses politely, with reasons.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9926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4992624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chain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permission, inquiry, scores, selection, disbursement, outcome — appends to the same tamper-evident, tenant-scoped audit chain that serves every Kuja tenant.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6509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5650992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access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access requires a named seat on the Saxansaxo ops roster. Nobody inherits it — not even platform administrators.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design to live tenant: fifteen days.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2432304"/>
            <a:ext cx="8534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design agreed with the program team, July 2026 — one principle: automate the paperwork, never the relationship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0" y="3392424"/>
            <a:ext cx="8534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20 July 2026 on the shared Kuja engine — the fourth tenant, configured, not forked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0" y="4352544"/>
            <a:ext cx="8534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 regression coverage: every step, every refusal (permission gate, pause block, envelope ceiling, vetting gate) verified on every deploy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0" y="5312664"/>
            <a:ext cx="8534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team’s real inquiry, proposal and vetting templates drop in as configuration; WhatsApp delivery of links; Somali console localization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SAXANSAXO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the community.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the story.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talk usually means asking communities to behave more like institutions. Saxansaxo inverts it: the institution adapts to the community — its language, its phones, its pace, its right to run its own response. Kuja Grant is the first grant system flexible enough to encode that inversion and still satisfy a donor. Built for the Global South, by the Global South — and proven where it is hardest.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Adeso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Saxansaxo on Kuja Grant — community-led, automated</dc:title>
  <dc:subject>Client case study — July 2026</dc:subject>
  <dc:creator>PptxGenJS</dc:creator>
  <cp:lastModifiedBy>PptxGenJS</cp:lastModifiedBy>
  <cp:revision>1</cp:revision>
  <dcterms:created xsi:type="dcterms:W3CDTF">2026-07-21T03:18:24Z</dcterms:created>
  <dcterms:modified xsi:type="dcterms:W3CDTF">2026-07-21T03:18:24Z</dcterms:modified>
</cp:coreProperties>
</file>