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products. Three live tenants. Built for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Three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products. One flywheel.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sells the next. The integration is the value — not the sum of the parts.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trust. NGOs build a networked profile with a verified Trust Profile; donors find good-fit organizations with AI-grounded recommendations. Creates the supply of trusted orgs.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· paid Trust Profile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869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8698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68698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 Monetizes the funding relationship.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68698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8698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7317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7317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97317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procurement backbone. The ledger feeds grant compliance reporting automatically and live operations data updates the Trust Profile — donors never have to adopt it.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7317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7317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TRUST SPECTRUM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tenants on the same codebase — the flavor changes how trust is established, never the engine.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454298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MARKETPLACE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DOCUMENT-BASED TRUST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registers. Trust Profile, AI rubric scoring and automated compliance screening do the vetting — the open front door.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flagship: 35+ AI surfaces, six languages.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8698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8698" y="3017520"/>
            <a:ext cx="3454298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7298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NETWORK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7298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·  FORMAL VETTING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7298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vetted at the gate: capacity assessment, registration checks, multi-sig emergency declarations, pooled funds and windows.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7298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network funding for member NGOs.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7317" y="3017520"/>
            <a:ext cx="3454298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3017520"/>
            <a:ext cx="345429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5917" y="32004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5917" y="3493008"/>
            <a:ext cx="29970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 ·  RELATIONAL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5917" y="3794760"/>
            <a:ext cx="29970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 July 2026. Community endorsers vouch where no registry exists. Zero-login Arabic voice reporting, hawala + mobile money, SOPs enforced as software.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5917" y="48920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paperwork-first systems cannot operate.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5650992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bands (country-level budgets): medium $2–10M and large $10–20M CSOs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Grant-making or grant-receiving at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$2.6B→$4.2B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 software, 2025 → 2030 (Mordor Intelligence)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$8.9M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motions. One flywheel.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builds both sides of the marketplace. Grant monetizes. White-label tenants are live today. Trust licensing is exploratory.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NGOs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large CSOs and networks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paid Trust Profile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Low-touch, near-passive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8963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8963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1843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1843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1843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donors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41843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1843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41843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intermediaries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41843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1843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discovery + full trust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1843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1843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7846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7846" y="2926080"/>
            <a:ext cx="2036003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0726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0726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60726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Grant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60726" y="425196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60726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60726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re-granting funds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60726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60726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C1–C4 ladder: Grant, then ERP sponsorship or subscription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60726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60726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$25K–$50K pilot entry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96729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729" y="2926080"/>
            <a:ext cx="2036003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609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79609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3 TENANTS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79609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79609" y="425196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9609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79609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INGOs, BPO and fiscal sponsors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79609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79609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D1–D3: closed tenant, + Grant, + ERP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79609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79609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15612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15612" y="2926080"/>
            <a:ext cx="2036003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8492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98492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98492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98492" y="425196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8492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698492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 providers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98492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98492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to the Trust Profile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98492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698492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feasibility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a pilot. Expand along the ladder.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or re-granting intermediary is the paying customer. Price points are pilot-validation targets, not commitments.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$25K–$50K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 entry: 90-day Grant pilot — one funding round live end-to-end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$50K–$150K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annual subscription + ERP sponsorship for a first grantee cohort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$100K–$250K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C4 ladder: Grant + ERP for the customer + sponsored grantees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donor LTV target: $175K–$450K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tenants (Motion D): $200K+ Year 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 points subject to willingness-to-pay validation during pilots.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$5.6M by 2029. Break-even H2 2029.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land-and-expand as the primary motion. White-label tenants and Marketplace freemium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8903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0543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6019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1830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$810K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2037622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9262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56427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91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(ambitious)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(conservative)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~$9M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Ambitious: $1.6M in 2027, $9.5M in 2029, $14M in 2030. Re-based on the three-product focus; subject to pilot pricing validation.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its own operations, grants, and donor compliance on the Kuja engine.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V11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ERP sponsorship for your grantees.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Global South CSO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Marketplace free. Build your Trust Profile. Get discovered by good-fit donors.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Break-even H2 2029; profitable 2030 on ~$9M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V11 — July 2026</dc:subject>
  <dc:creator>PptxGenJS</dc:creator>
  <cp:lastModifiedBy>PptxGenJS</cp:lastModifiedBy>
  <cp:revision>1</cp:revision>
  <dcterms:created xsi:type="dcterms:W3CDTF">2026-07-06T02:34:24Z</dcterms:created>
  <dcterms:modified xsi:type="dcterms:W3CDTF">2026-07-06T02:34:24Z</dcterms:modified>
</cp:coreProperties>
</file>